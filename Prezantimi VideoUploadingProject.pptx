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1872000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VIDEOUPLOADINGPROJECT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88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7F3EF"/>
                </a:solidFill>
                <a:latin typeface="Calibri"/>
              </a:rPr>
              <a:t>Platformë për ligjërata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3671999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7F3EF"/>
                </a:solidFill>
                <a:latin typeface="Calibri"/>
              </a:rPr>
              <a:t>Tetor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Skenari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52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Universiteti do ligjërata që shikohen online.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Profesori ngarkon videon një herë.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Sistemi e ruan, e konverton dhe e shpërndan.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Studenti e shikon në shfletues, në cilësinë që i duhet.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Gjashtë hapat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52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B2420"/>
                </a:solidFill>
                <a:latin typeface="Calibri"/>
              </a:rPr>
              <a:t>1.  Pranon videon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B2420"/>
                </a:solidFill>
                <a:latin typeface="Calibri"/>
              </a:rPr>
              <a:t>2.  E ruan në Cloud Storage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B2420"/>
                </a:solidFill>
                <a:latin typeface="Calibri"/>
              </a:rPr>
              <a:t>3.  E konverton në MP4 dhe WebM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B2420"/>
                </a:solidFill>
                <a:latin typeface="Calibri"/>
              </a:rPr>
              <a:t>4.  Krijon 480p, 720p dhe 1080p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B2420"/>
                </a:solidFill>
                <a:latin typeface="Calibri"/>
              </a:rPr>
              <a:t>5.  I vendos versionet në shpërndarje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B2420"/>
                </a:solidFill>
                <a:latin typeface="Calibri"/>
              </a:rPr>
              <a:t>6.  Studentët e shikojnë përmes internetit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Teknologjitë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52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ASP.NET Core 8 dhe Razor Pages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PostgreSQL në Supabase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Supabase Storage, kovë publike lectures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FFmpeg për H.264 dhe VP9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Shfletuesi për luajtjen e videos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Tabelat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52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Courses — lënda, për shembull CC101 Cloud Computing.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Lectures — titulli, profesori, hapi i përpunimit.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LectureRenditions — 480p, 720p, 1080p dhe WebM.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Tabelat krijohen me Database/setup.sql.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Konvertimi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52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Origjinali ruhet, pastaj puna vazhdon në prapavijë.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480p, 720p dhe 1080p dalin si MP4.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WebM 720p është formati i dytë.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Faqja tregon hapin aktual derisa të shkruajë Gati.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Aplikacioni duhet të mbetet i hapur gjatë konvertimit.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Ndërfaqja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52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Ligjëratat — lista për studentin.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Ngarko — forma e profesorit.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Shiko — hapat dhe videoja.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Butonat 480p, 720p, 1080p dhe WebM ndërrojnë cilësinë.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Si niset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52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Instalo .NET 8 dhe FFmpeg, pastaj rihap Visual Studio.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Ekzekuto setup.sql dhe krijo kovën publike lectures.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Vendos lidhjen dhe çelësin në appsettings.Development.json.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B2420"/>
                </a:solidFill>
                <a:latin typeface="Calibri"/>
              </a:rPr>
              <a:t>Nis VideoUploadingProject.sln dhe ngarko një video të shkurtër.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232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Gati për shikim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3240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7F3EF"/>
                </a:solidFill>
                <a:latin typeface="Calibri"/>
              </a:rPr>
              <a:t>Një video hyn. Tri cilësi dhe një format i dytë dalin te studenti.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VideoUploadingProject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sq</dc:language>
</cp:coreProperties>
</file>